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EV FINDER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EV Charging Platform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Architecture &amp; Project Details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Stack: Java 21, Spring Boot 3.5.3, MySQL, HTML5/CSS/JS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&amp;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EV Finder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solidFill>
            <a:srgbClr val="172A45"/>
          </a:solidFill>
          <a:ln w="19050">
            <a:solidFill>
              <a:srgbClr val="F5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3B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Overcrowded Stations: Long queues and unpredictable wait times at charging locations.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Socket Mismatches: Inability to easily confirm compatible connectors (AC vs DC Fast Chargers).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Lack of Booking Options: No prior reservation systems, forcing users to line up and hope for slots.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172A45"/>
          </a:solidFill>
          <a:ln w="19050">
            <a:solidFill>
              <a:srgbClr val="64FF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Availability: Show nearby chargers and their real-time statuses.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Smart Booking: Pre-book dynamic slots to completely bypass physical queues.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Smart Recommendation: Prompt drivers to matching stations based on proximity, ratings, and socket types.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Secure Mail-OTP: Secure authentication and credential recovery.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Features &amp; Core Modules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EV Finder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1554480"/>
          </a:xfrm>
          <a:prstGeom prst="rect">
            <a:avLst/>
          </a:prstGeom>
          <a:solidFill>
            <a:srgbClr val="172A45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User Auth &amp; Security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register/login flows. Password recovery using 6-digit OTP codes sent via email integration.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554480"/>
          </a:xfrm>
          <a:prstGeom prst="rect">
            <a:avLst/>
          </a:prstGeom>
          <a:solidFill>
            <a:srgbClr val="172A45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Live Station Finder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08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 up nearby charging stations with real-time slot lists, types, coordinates, and feedback ratings.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023360" cy="1554480"/>
          </a:xfrm>
          <a:prstGeom prst="rect">
            <a:avLst/>
          </a:prstGeom>
          <a:solidFill>
            <a:srgbClr val="172A45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Charging Slot Booking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scheduled hours and input registration numbers. Verify and confirm with mock payments.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788920"/>
            <a:ext cx="4023360" cy="1554480"/>
          </a:xfrm>
          <a:prstGeom prst="rect">
            <a:avLst/>
          </a:prstGeom>
          <a:solidFill>
            <a:srgbClr val="172A45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Station Admin Panel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3291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Allows admins to upload layouts, set coordinates, modify available ports, and delete old stations.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EV Finder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828800" cy="1097280"/>
          </a:xfrm>
          <a:prstGeom prst="roundRect">
            <a:avLst/>
          </a:prstGeom>
          <a:solidFill>
            <a:srgbClr val="172A45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(HTML5 / CSS3 / JS)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280160"/>
            <a:ext cx="1645920" cy="1097280"/>
          </a:xfrm>
          <a:prstGeom prst="roundRect">
            <a:avLst/>
          </a:prstGeom>
          <a:solidFill>
            <a:srgbClr val="172A45"/>
          </a:solidFill>
          <a:ln w="25400">
            <a:solidFill>
              <a:srgbClr val="4D9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371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645920" cy="1097280"/>
          </a:xfrm>
          <a:prstGeom prst="roundRect">
            <a:avLst/>
          </a:prstGeom>
          <a:solidFill>
            <a:srgbClr val="172A45"/>
          </a:solidFill>
          <a:ln w="25400">
            <a:solidFill>
              <a:srgbClr val="6BCB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371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Services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(Business Logic)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2011680"/>
            <a:ext cx="1645920" cy="1097280"/>
          </a:xfrm>
          <a:prstGeom prst="roundRect">
            <a:avLst/>
          </a:prstGeom>
          <a:solidFill>
            <a:srgbClr val="172A45"/>
          </a:solidFill>
          <a:ln w="25400">
            <a:solidFill>
              <a:srgbClr val="FFD9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1031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JPA Repositories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(Hibernate)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017520"/>
            <a:ext cx="1645920" cy="1097280"/>
          </a:xfrm>
          <a:prstGeom prst="roundRect">
            <a:avLst/>
          </a:prstGeom>
          <a:solidFill>
            <a:srgbClr val="172A45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1089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Database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(evfinder Schema)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457200"/>
            <a:ext cx="1645920" cy="914400"/>
          </a:xfrm>
          <a:prstGeom prst="roundRect">
            <a:avLst/>
          </a:prstGeom>
          <a:solidFill>
            <a:srgbClr val="172A45"/>
          </a:solidFill>
          <a:ln w="25400">
            <a:solidFill>
              <a:srgbClr val="9B5D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5486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Gmail SMTP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(OTP Delivery)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/ JSON / CORS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0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96FF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97680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CB77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93D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63440" y="2468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JPA Relation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914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5D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SMTP Mail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EV Finder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1554480"/>
          </a:xfrm>
          <a:prstGeom prst="rect">
            <a:avLst/>
          </a:prstGeom>
          <a:solidFill>
            <a:srgbClr val="172A45"/>
          </a:solidFill>
          <a:ln w="19050">
            <a:solidFill>
              <a:srgbClr val="4D9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(Users Metadata)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id (PK, BigInt - AutoIncrement)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fullName (VarChar)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email (VarChar - Unique Key)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phone (VarChar - Unique Key)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vehicleNumber (VarChar)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password (VarChar)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role (VarChar - User/Admin)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554480"/>
          </a:xfrm>
          <a:prstGeom prst="rect">
            <a:avLst/>
          </a:prstGeom>
          <a:solidFill>
            <a:srgbClr val="172A45"/>
          </a:solidFill>
          <a:ln w="19050">
            <a:solidFill>
              <a:srgbClr val="4D9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972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stations (EV Charging Stations)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3258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id (PK, BigInt - AutoIncrement)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name (VarChar)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location (VarChar)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chargerType (VarChar - AC/DC)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availableSlots (Int)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imageUrl (VarChar)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latitude (Double)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longitude (Double)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023360" cy="1554480"/>
          </a:xfrm>
          <a:prstGeom prst="rect">
            <a:avLst/>
          </a:prstGeom>
          <a:solidFill>
            <a:srgbClr val="172A45"/>
          </a:solidFill>
          <a:ln w="19050">
            <a:solidFill>
              <a:srgbClr val="4D9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80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bookings (Reservations Log)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id (PK, BigInt - AutoIncrement)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customerName (VarChar)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customerEmail (VarChar)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vehicleNumber (VarChar)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station (VarChar)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slot (VarChar)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bookingDate (VarChar)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chargingHours (VarChar)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paymentStatus (VarChar)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2788920"/>
            <a:ext cx="4023360" cy="1554480"/>
          </a:xfrm>
          <a:prstGeom prst="rect">
            <a:avLst/>
          </a:prstGeom>
          <a:solidFill>
            <a:srgbClr val="172A45"/>
          </a:solidFill>
          <a:ln w="19050">
            <a:solidFill>
              <a:srgbClr val="4D9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880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reviews (Station Ratings)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1089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id (PK, BigInt)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userEmail (VarChar)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customerName (VarChar)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stationName (VarChar)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rating (Int - 1 to 5 Stars)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reviewText (Text)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reviewDate (VarChar)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Tech Stack &amp; Dependencies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EV Finder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Frameworks &amp; Tools (backend/pom.xml)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Spring Boot v3.5.3: Core runtime orchestrating REST layers, data verification, and email dispatchers.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Java 21: Leverages modern JDK features for memory safety and thread pooling runtime efficiency.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Spring Data JPA &amp; Hibernate: Translates relational tables into Java Entities, auto-generating update scripts.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MySQL Database Driver: Powers persistent queries with connection pool monitoring.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Java Mail Sender Starter: Bridges to SMTP servers (smtp.gmail.com) for sending secure verification codes.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Lombok: Minimizes code bloat by dynamically compiling constructor and model accessor logic.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Endpoints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EV Finder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4FFD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Controller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4FFD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Endpoint Path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4FFD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Method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4FFD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UserController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/api/users/check-exists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Checks email/phone availability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UserController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/api/users/register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Creates a new user profile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UserController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/api/users/login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Authenticates log in credentials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UserController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/api/users/send-otp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Sends verification OTP via Gmail SMTP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UserController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/api/users/verify-otp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Validates OTP &amp; issues Reset Token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UserController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/api/users/reset-password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Resets password using a session token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BookingController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/api/bookings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 / GET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Creates new booking / fetches booking logs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StationController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/api/stations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 / GET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Adds stations / User fetches stations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ReviewController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/api/reviews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 / GET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CD6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Adds reviews / retrieves station feedback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OTP Verification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EV Finder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2377440"/>
          </a:xfrm>
          <a:prstGeom prst="roundRect">
            <a:avLst/>
          </a:prstGeom>
          <a:solidFill>
            <a:srgbClr val="172A45"/>
          </a:solidFill>
          <a:ln w="25400">
            <a:solidFill>
              <a:srgbClr val="64FF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enters mobile number &amp; triggers password reset request.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2468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FFDA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60320" y="1463040"/>
            <a:ext cx="1920240" cy="2377440"/>
          </a:xfrm>
          <a:prstGeom prst="roundRect">
            <a:avLst/>
          </a:prstGeom>
          <a:solidFill>
            <a:srgbClr val="172A45"/>
          </a:solidFill>
          <a:ln w="25400">
            <a:solidFill>
              <a:srgbClr val="64FF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OTP Dispatch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2860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OtpService generates a 6-digit OTP code &amp; emails it via SMTP.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2468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FFDA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63440" y="1463040"/>
            <a:ext cx="1920240" cy="2377440"/>
          </a:xfrm>
          <a:prstGeom prst="roundRect">
            <a:avLst/>
          </a:prstGeom>
          <a:solidFill>
            <a:srgbClr val="172A45"/>
          </a:solidFill>
          <a:ln w="25400">
            <a:solidFill>
              <a:srgbClr val="64FF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2860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inputs OTP. OtpService verifies and issues a Reset Token.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2468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FFDA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766560" y="1463040"/>
            <a:ext cx="1920240" cy="2377440"/>
          </a:xfrm>
          <a:prstGeom prst="roundRect">
            <a:avLst/>
          </a:prstGeom>
          <a:solidFill>
            <a:srgbClr val="172A45"/>
          </a:solidFill>
          <a:ln w="25400">
            <a:solidFill>
              <a:srgbClr val="64FF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Reset Complete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22860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sends new credentials + Reset Token to save.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Pages &amp; UI Workflows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EV Finder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Pages &amp; Search Flows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index.html: Hero sections, platform statistics, features overview, and reviews.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view-stations.html: Renders charging stations with search, ratings, and socket types.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station-details.html: In-depth information with user reviews and location coordinates.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recommendation.html: Intelligent advice page helping locate matching charging slots.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Booking &amp; Dashboard Flows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booking.html: Select charging hours, enter vehicle numbers, and verify slot availability.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payment.html: Mock payment gateway completing slot reservation securely.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booking-success.html: Slot confirmation details.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profile.html &amp; history.html: Interactive dashboard for user details, password change, and booking transaction logs.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 &amp;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EV Finder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Scalability &amp; Extensions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Live Map Integration: Replace static maps with Leaflet.js or Google Maps SDK APIs for real-time navigation overlay.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Real Payment Gateway: Integrate Stripe, Razorpay, or PayPal checkout systems for actual billing and receipts.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Real-Time Occupancy: Implement WebSocket infrastructure checking real-time charger telemetry and active ports.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AI Routing Recommendations: Predict vehicle range based on driving conditions and auto-recommend stations along routes.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CD6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Mobile App Porting: Compile the HTML5 codebase with Capacitor/Cordova into Android and iOS application packages.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2026-08-06T15:45:33Z</dcterms:created>
  <dcterms:modified xsi:type="dcterms:W3CDTF">2026-08-06T15:45:33Z</dcterms:modified>
</cp:coreProperties>
</file>